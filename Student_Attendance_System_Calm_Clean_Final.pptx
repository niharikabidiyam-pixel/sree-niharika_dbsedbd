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STUDENT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SYSTEM USING FACE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4" b="0">
                <a:solidFill>
                  <a:srgbClr val="263242"/>
                </a:solidFill>
                <a:latin typeface="Aptos"/>
              </a:rPr>
              <a:t>Automating attendance through computer vision and digital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69080"/>
            <a:ext cx="1737360" cy="7315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288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CAMERA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069080"/>
            <a:ext cx="1737360" cy="7315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4288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069080"/>
            <a:ext cx="1737360" cy="7315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4288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069080"/>
            <a:ext cx="1737360" cy="7315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428853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78181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63242"/>
                </a:solidFill>
                <a:latin typeface="Aptos"/>
              </a:rPr>
              <a:t>Presented by: </a:t>
            </a:r>
            <a:r>
              <a:rPr lang="en-IN" sz="1200" dirty="0">
                <a:solidFill>
                  <a:srgbClr val="263242"/>
                </a:solidFill>
                <a:latin typeface="Aptos"/>
              </a:rPr>
              <a:t>Hasini Katakamsetty , 2520030547</a:t>
            </a:r>
          </a:p>
          <a:p>
            <a:pPr algn="l"/>
            <a:r>
              <a:rPr lang="en-IN" sz="1200" dirty="0">
                <a:solidFill>
                  <a:srgbClr val="263242"/>
                </a:solidFill>
                <a:latin typeface="Aptos"/>
              </a:rPr>
              <a:t>                                            Shravya Reddy, 2520030588</a:t>
            </a:r>
          </a:p>
          <a:p>
            <a:pPr algn="l"/>
            <a:r>
              <a:rPr lang="en-IN" sz="1200" dirty="0">
                <a:solidFill>
                  <a:srgbClr val="263242"/>
                </a:solidFill>
                <a:latin typeface="Aptos"/>
              </a:rPr>
              <a:t>                                            Niharika Sree </a:t>
            </a:r>
            <a:r>
              <a:rPr lang="en-IN" sz="1200" dirty="0" err="1">
                <a:solidFill>
                  <a:srgbClr val="263242"/>
                </a:solidFill>
                <a:latin typeface="Aptos"/>
              </a:rPr>
              <a:t>Bidiyam</a:t>
            </a:r>
            <a:r>
              <a:rPr lang="en-IN" sz="1200">
                <a:solidFill>
                  <a:srgbClr val="263242"/>
                </a:solidFill>
                <a:latin typeface="Aptos"/>
              </a:rPr>
              <a:t>, 2520030589</a:t>
            </a:r>
            <a:endParaRPr lang="en-IN" sz="1200" dirty="0">
              <a:solidFill>
                <a:srgbClr val="AFBCD7"/>
              </a:solidFill>
              <a:latin typeface="Aptos"/>
            </a:endParaRPr>
          </a:p>
          <a:p>
            <a:pPr algn="l"/>
            <a:endParaRPr lang="en-IN" sz="1200" dirty="0">
              <a:solidFill>
                <a:srgbClr val="AFBCD7"/>
              </a:solidFill>
              <a:latin typeface="Aptos"/>
            </a:endParaRPr>
          </a:p>
          <a:p>
            <a:pPr algn="l"/>
            <a:r>
              <a:rPr lang="en-IN" sz="1200" b="0" dirty="0">
                <a:solidFill>
                  <a:srgbClr val="263242"/>
                </a:solidFill>
                <a:latin typeface="Aptos"/>
              </a:rPr>
              <a:t>                                            </a:t>
            </a:r>
            <a:r>
              <a:rPr sz="1200" b="0" dirty="0">
                <a:solidFill>
                  <a:srgbClr val="263242"/>
                </a:solidFill>
                <a:latin typeface="Aptos"/>
              </a:rPr>
              <a:t>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00000" y="1250000"/>
            <a:ext cx="3400000" cy="1550000"/>
          </a:xfrm>
          <a:prstGeom prst="roundRect">
            <a:avLst/>
          </a:prstGeom>
          <a:solidFill>
            <a:srgbClr val="E8F0F8"/>
          </a:solidFill>
          <a:ln w="1"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SMART • FAST • DIGITAL</a:t>
            </a:r>
          </a:p>
          <a:p>
            <a:pPr algn="ctr"/>
            <a:r>
              <a:rPr sz="905">
                <a:solidFill>
                  <a:srgbClr val="263242"/>
                </a:solidFill>
              </a:rPr>
              <a:t>Face Recognition Attendance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01  | 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A smart approach to faster, more reliable attendance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6858000" cy="425196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4251960"/>
          </a:xfrm>
          <a:prstGeom prst="rect">
            <a:avLst/>
          </a:prstGeom>
          <a:solidFill>
            <a:srgbClr val="37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6446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64465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The Student Attendance System Using Face Recognition is an automated solution that identifies students through a camera and records their attendance digitally.</a:t>
            </a:r>
            <a:br/>
            <a:br/>
            <a:r>
              <a:rPr sz="1400" b="0">
                <a:solidFill>
                  <a:srgbClr val="263242"/>
                </a:solidFill>
                <a:latin typeface="Aptos"/>
              </a:rPr>
              <a:t>The system captures a student's face, detects and recognizes it against registered facial data, and records attendance with details such as student ID, date and time.</a:t>
            </a:r>
            <a:br/>
            <a:br/>
            <a:r>
              <a:rPr sz="1400" b="0">
                <a:solidFill>
                  <a:srgbClr val="263242"/>
                </a:solidFill>
                <a:latin typeface="Aptos"/>
              </a:rPr>
              <a:t>Attendance information is stored in a MySQL database and can be accessed through a faculty/admin interface. The goal is to reduce manual effort, improve accuracy, and make attendance management faster and easier.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554480"/>
            <a:ext cx="3611880" cy="123444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554480"/>
            <a:ext cx="64008" cy="1234440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709928"/>
            <a:ext cx="3200400" cy="292608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07568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3242"/>
                </a:solidFill>
                <a:latin typeface="Aptos"/>
              </a:rPr>
              <a:t>Camera captures the student's 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017520"/>
            <a:ext cx="3611880" cy="123444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3017520"/>
            <a:ext cx="64008" cy="1234440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3172968"/>
            <a:ext cx="3200400" cy="292608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538727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3242"/>
                </a:solidFill>
                <a:latin typeface="Aptos"/>
              </a:rPr>
              <a:t>Detection → recognition →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4480560"/>
            <a:ext cx="3611880" cy="132588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4480560"/>
            <a:ext cx="64008" cy="1325880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4636008"/>
            <a:ext cx="3200400" cy="292608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0017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3242"/>
                </a:solidFill>
                <a:latin typeface="Aptos"/>
              </a:rPr>
              <a:t>Attendance is recorded and stored digitally.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8" b="0">
                <a:solidFill>
                  <a:srgbClr val="263242"/>
                </a:solidFill>
                <a:latin typeface="Aptos"/>
              </a:rPr>
              <a:t>Student Attendance System • 2/7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0000" y="285000"/>
            <a:ext cx="550000" cy="300000"/>
          </a:xfrm>
          <a:prstGeom prst="round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02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Why move from manual attendance to an automated system?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52628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4526280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64207"/>
            <a:ext cx="4892040" cy="292608"/>
          </a:xfrm>
          <a:prstGeom prst="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CURRENT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7"/>
            <a:ext cx="489204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63242"/>
                </a:solidFill>
                <a:latin typeface="Aptos"/>
              </a:rPr>
              <a:t>• Manual roll calls consume classroom time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Paper/register-based records are difficult to maintain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Human errors may occur during marking and calculation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Proxy attendance can be difficult to detect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Searching large attendance records is inconvenient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Faculty spend time on repetitive record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201168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64008" cy="2011680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64207"/>
            <a:ext cx="4800600" cy="292608"/>
          </a:xfrm>
          <a:prstGeom prst="rect">
            <a:avLst/>
          </a:prstGeom>
          <a:solidFill>
            <a:srgbClr val="EAF4EF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PROJECT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29967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4" b="0">
                <a:solidFill>
                  <a:srgbClr val="263242"/>
                </a:solidFill>
                <a:latin typeface="Aptos"/>
              </a:rPr>
              <a:t>A system that can identify registered students automatically and record attendance with minimum manual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03320"/>
            <a:ext cx="5212080" cy="23317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703320"/>
            <a:ext cx="64008" cy="2331720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858768"/>
            <a:ext cx="4800600" cy="292608"/>
          </a:xfrm>
          <a:prstGeom prst="rect">
            <a:avLst/>
          </a:prstGeom>
          <a:solidFill>
            <a:srgbClr val="F1EF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24528"/>
            <a:ext cx="48006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• Automated student identification</a:t>
            </a:r>
            <a:br/>
            <a:r>
              <a:rPr sz="1400" b="0">
                <a:solidFill>
                  <a:srgbClr val="263242"/>
                </a:solidFill>
                <a:latin typeface="Aptos"/>
              </a:rPr>
              <a:t>• Digital attendance storage</a:t>
            </a:r>
            <a:br/>
            <a:r>
              <a:rPr sz="1400" b="0">
                <a:solidFill>
                  <a:srgbClr val="263242"/>
                </a:solidFill>
                <a:latin typeface="Aptos"/>
              </a:rPr>
              <a:t>• Easy monitoring and retrieval</a:t>
            </a:r>
            <a:br/>
            <a:r>
              <a:rPr sz="1400" b="0">
                <a:solidFill>
                  <a:srgbClr val="263242"/>
                </a:solidFill>
                <a:latin typeface="Aptos"/>
              </a:rPr>
              <a:t>• Reduced manual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8" b="0">
                <a:solidFill>
                  <a:srgbClr val="263242"/>
                </a:solidFill>
                <a:latin typeface="Aptos"/>
              </a:rPr>
              <a:t>Student Attendance System • 3/7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0000" y="285000"/>
            <a:ext cx="550000" cy="300000"/>
          </a:xfrm>
          <a:prstGeom prst="round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03  |  EXISTING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Comparison of traditional and automated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6858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685800"/>
          </a:xfrm>
          <a:prstGeom prst="rect">
            <a:avLst/>
          </a:prstGeom>
          <a:solidFill>
            <a:srgbClr val="E67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892040" cy="292608"/>
          </a:xfrm>
          <a:prstGeom prst="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EXISTING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6858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685800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800600" cy="292608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PROPOSED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Manual roll call / registers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Automated face-based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9806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Time-consuming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98064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Faster attendance recording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28415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Higher chance of manual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28415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Reduces manual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Proxy attendance is possible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587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Face matching helps deter proxy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Manual attendance calculations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Automatic digital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947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Paper-based or scattered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19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Centralized database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9823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More faculty involvement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449823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263242"/>
                </a:solidFill>
                <a:latin typeface="Aptos"/>
              </a:rPr>
              <a:t>• Minimal repetitive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60807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63242"/>
                </a:solidFill>
                <a:latin typeface="Aptos"/>
              </a:rPr>
              <a:t>MANUAL  →  AUTOMATED  →  DIGITAL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8" b="0">
                <a:solidFill>
                  <a:srgbClr val="263242"/>
                </a:solidFill>
                <a:latin typeface="Aptos"/>
              </a:rPr>
              <a:t>Student Attendance System • 4/7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0000" y="285000"/>
            <a:ext cx="550000" cy="300000"/>
          </a:xfrm>
          <a:prstGeom prst="round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04  |  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End-to-end flow from face capture to attendance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554480" cy="11430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217627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242"/>
                </a:solidFill>
                <a:latin typeface="Aptos"/>
              </a:rPr>
              <a:t>Person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578608"/>
            <a:ext cx="274320" cy="0"/>
          </a:xfrm>
          <a:prstGeom prst="line">
            <a:avLst/>
          </a:prstGeom>
          <a:ln w="21590">
            <a:solidFill>
              <a:srgbClr val="AF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2011680"/>
            <a:ext cx="1554480" cy="11430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4288" y="217627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242"/>
                </a:solidFill>
                <a:latin typeface="Aptos"/>
              </a:rPr>
              <a:t>Live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94760" y="2578608"/>
            <a:ext cx="274320" cy="0"/>
          </a:xfrm>
          <a:prstGeom prst="line">
            <a:avLst/>
          </a:prstGeom>
          <a:ln w="21590">
            <a:solidFill>
              <a:srgbClr val="AF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69080" y="2011680"/>
            <a:ext cx="1554480" cy="11430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33088" y="217627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FACE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242"/>
                </a:solidFill>
                <a:latin typeface="Aptos"/>
              </a:rPr>
              <a:t>Locate face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2578608"/>
            <a:ext cx="457200" cy="0"/>
          </a:xfrm>
          <a:prstGeom prst="line">
            <a:avLst/>
          </a:prstGeom>
          <a:ln w="21590">
            <a:solidFill>
              <a:srgbClr val="AF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80760" y="2011680"/>
            <a:ext cx="1554480" cy="11430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217627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FACE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242"/>
                </a:solidFill>
                <a:latin typeface="Aptos"/>
              </a:rPr>
              <a:t>Match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35240" y="2578608"/>
            <a:ext cx="411480" cy="0"/>
          </a:xfrm>
          <a:prstGeom prst="line">
            <a:avLst/>
          </a:prstGeom>
          <a:ln w="21590">
            <a:solidFill>
              <a:srgbClr val="AF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2011680"/>
            <a:ext cx="1554480" cy="11430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217627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242"/>
                </a:solidFill>
                <a:latin typeface="Aptos"/>
              </a:rPr>
              <a:t>Create record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0" y="2578608"/>
            <a:ext cx="228600" cy="0"/>
          </a:xfrm>
          <a:prstGeom prst="line">
            <a:avLst/>
          </a:prstGeom>
          <a:ln w="21590">
            <a:solidFill>
              <a:srgbClr val="AFBC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9800" y="2011680"/>
            <a:ext cx="1554480" cy="114300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93808" y="2176272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2" b="1">
                <a:solidFill>
                  <a:srgbClr val="263242"/>
                </a:solidFill>
                <a:latin typeface="Aptos"/>
              </a:rPr>
              <a:t>MYSQL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578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3242"/>
                </a:solidFill>
                <a:latin typeface="Aptos"/>
              </a:rPr>
              <a:t>Store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977639"/>
            <a:ext cx="4892040" cy="14173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0" y="3977639"/>
            <a:ext cx="64008" cy="1417320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86200" y="4133087"/>
            <a:ext cx="4480559" cy="292608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FACULTY / ADMIN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498848"/>
            <a:ext cx="44805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View student details, attendance records and attendance status from the stored database.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607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3242"/>
                </a:solidFill>
                <a:latin typeface="Aptos"/>
              </a:rPr>
              <a:t>Capture → Detect → Recognize → Match → Mark → Store →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8" b="0">
                <a:solidFill>
                  <a:srgbClr val="263242"/>
                </a:solidFill>
                <a:latin typeface="Aptos"/>
              </a:rPr>
              <a:t>Student Attendance System • 5/7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0000" y="285000"/>
            <a:ext cx="550000" cy="300000"/>
          </a:xfrm>
          <a:prstGeom prst="round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05  |  TOOLS &amp;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Technologies selected for the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298448"/>
          </a:xfrm>
          <a:prstGeom prst="rect">
            <a:avLst/>
          </a:prstGeom>
          <a:solidFill>
            <a:srgbClr val="37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Core programming language for application logic and attendance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64008" cy="12984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OPENCV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3852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Computer vision for camera access, image processing and face recognition.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64008" cy="1298448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57276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938528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Database for student information and attendance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90088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990088"/>
            <a:ext cx="64008" cy="1298448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1455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1129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Structure for web pages, forms, dashboards and tables.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990088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2990088"/>
            <a:ext cx="64008" cy="1298448"/>
          </a:xfrm>
          <a:prstGeom prst="rect">
            <a:avLst/>
          </a:prstGeom>
          <a:solidFill>
            <a:srgbClr val="37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1455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51129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Styling, layout, typography and visual presentation.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990088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2990088"/>
            <a:ext cx="64008" cy="1298448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1455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JAVASCRIPT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51129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Interactivity, validation and dynamic interface behavior.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62856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562856"/>
            <a:ext cx="64008" cy="1298448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7183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BOOTSTRAP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84064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Responsive layouts and ready-made UI components.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562856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4562856"/>
            <a:ext cx="64008" cy="1298448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09160" y="47183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MYSQL CONNECTOR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5084064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Connects the Python application with MySQL for queries and records.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4562856"/>
            <a:ext cx="3520440" cy="1298448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21040" y="4562856"/>
            <a:ext cx="64008" cy="1298448"/>
          </a:xfrm>
          <a:prstGeom prst="rect">
            <a:avLst/>
          </a:prstGeom>
          <a:solidFill>
            <a:srgbClr val="37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49640" y="47183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VISUAL STUDIO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084064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263242"/>
                </a:solidFill>
                <a:latin typeface="Aptos"/>
              </a:rPr>
              <a:t>Environment for coding, testing and debugging the project.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8" b="0">
                <a:solidFill>
                  <a:srgbClr val="263242"/>
                </a:solidFill>
                <a:latin typeface="Aptos"/>
              </a:rPr>
              <a:t>Student Attendance System • 6/7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0000" y="285000"/>
            <a:ext cx="550000" cy="300000"/>
          </a:xfrm>
          <a:prstGeom prst="round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47" b="1">
                <a:solidFill>
                  <a:srgbClr val="263242"/>
                </a:solidFill>
                <a:latin typeface="Aptos"/>
              </a:rPr>
              <a:t>06  |  EXPECTED OUTCOME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3242"/>
                </a:solidFill>
                <a:latin typeface="Aptos"/>
              </a:rPr>
              <a:t>What the proposed system aims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38912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4389120"/>
          </a:xfrm>
          <a:prstGeom prst="rect">
            <a:avLst/>
          </a:prstGeom>
          <a:solidFill>
            <a:srgbClr val="41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64207"/>
            <a:ext cx="4892040" cy="292608"/>
          </a:xfrm>
          <a:prstGeom prst="rect">
            <a:avLst/>
          </a:prstGeom>
          <a:solidFill>
            <a:srgbClr val="EAF4EF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EXPECTED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7"/>
            <a:ext cx="489204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63242"/>
                </a:solidFill>
                <a:latin typeface="Aptos"/>
              </a:rPr>
              <a:t>• Faster attendance recording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Reduced manual workload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Organized digital attendance data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Reduced human errors in record keeping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Easy access to student attendance information</a:t>
            </a:r>
            <a:endParaRPr lang="en-IN" sz="1400" b="0" dirty="0">
              <a:solidFill>
                <a:srgbClr val="F5F8FF"/>
              </a:solidFill>
              <a:latin typeface="Aptos"/>
            </a:endParaRPr>
          </a:p>
          <a:p>
            <a:pPr algn="l"/>
            <a:br>
              <a:rPr dirty="0"/>
            </a:br>
            <a:r>
              <a:rPr sz="1400" b="0" dirty="0">
                <a:solidFill>
                  <a:srgbClr val="263242"/>
                </a:solidFill>
                <a:latin typeface="Aptos"/>
              </a:rPr>
              <a:t>• Improved monitoring for faculty/admin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224028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64008" cy="2240280"/>
          </a:xfrm>
          <a:prstGeom prst="rect">
            <a:avLst/>
          </a:prstGeom>
          <a:solidFill>
            <a:srgbClr val="3C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64207"/>
            <a:ext cx="4800600" cy="292608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29967"/>
            <a:ext cx="4800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4" b="0">
                <a:solidFill>
                  <a:srgbClr val="263242"/>
                </a:solidFill>
                <a:latin typeface="Aptos"/>
              </a:rPr>
              <a:t>The system provides a smart and automated approach to attendance management by combining face recognition, computer vision and database technology.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5212080" cy="1920240"/>
          </a:xfrm>
          <a:prstGeom prst="roundRect">
            <a:avLst/>
          </a:prstGeom>
          <a:solidFill>
            <a:srgbClr val="EEF2F6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977639"/>
            <a:ext cx="64008" cy="1920240"/>
          </a:xfrm>
          <a:prstGeom prst="rect">
            <a:avLst/>
          </a:prstGeom>
          <a:solidFill>
            <a:srgbClr val="8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133087"/>
            <a:ext cx="4800600" cy="292608"/>
          </a:xfrm>
          <a:prstGeom prst="rect">
            <a:avLst/>
          </a:prstGeom>
          <a:solidFill>
            <a:srgbClr val="F1EFF8"/>
          </a:solidFill>
          <a:ln>
            <a:solidFill>
              <a:srgbClr val="CDD8E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2" b="1">
                <a:solidFill>
                  <a:srgbClr val="263242"/>
                </a:solidFill>
                <a:latin typeface="Aptos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98848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63242"/>
                </a:solidFill>
                <a:latin typeface="Aptos"/>
              </a:rPr>
              <a:t>• Mobile application integration</a:t>
            </a:r>
            <a:br/>
            <a:r>
              <a:rPr sz="1350" b="0">
                <a:solidFill>
                  <a:srgbClr val="263242"/>
                </a:solidFill>
                <a:latin typeface="Aptos"/>
              </a:rPr>
              <a:t>• Cloud-based attendance storage</a:t>
            </a:r>
            <a:br/>
            <a:r>
              <a:rPr sz="1350" b="0">
                <a:solidFill>
                  <a:srgbClr val="263242"/>
                </a:solidFill>
                <a:latin typeface="Aptos"/>
              </a:rPr>
              <a:t>• Advanced recognition models</a:t>
            </a:r>
            <a:br/>
            <a:r>
              <a:rPr sz="1350" b="0">
                <a:solidFill>
                  <a:srgbClr val="263242"/>
                </a:solidFill>
                <a:latin typeface="Aptos"/>
              </a:rPr>
              <a:t>• Real-time notifications</a:t>
            </a:r>
            <a:br/>
            <a:r>
              <a:rPr sz="1350" b="0">
                <a:solidFill>
                  <a:srgbClr val="263242"/>
                </a:solidFill>
                <a:latin typeface="Aptos"/>
              </a:rPr>
              <a:t>• Detailed attendance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447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4" b="1">
                <a:solidFill>
                  <a:srgbClr val="263242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8" b="0">
                <a:solidFill>
                  <a:srgbClr val="263242"/>
                </a:solidFill>
                <a:latin typeface="Aptos"/>
              </a:rPr>
              <a:t>Student Attendance System • 7/7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80000"/>
            <a:ext cx="12192000" cy="45000"/>
          </a:xfrm>
          <a:prstGeom prst="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0000" y="285000"/>
            <a:ext cx="550000" cy="300000"/>
          </a:xfrm>
          <a:prstGeom prst="roundRect">
            <a:avLst/>
          </a:prstGeom>
          <a:solidFill>
            <a:srgbClr val="E8F0F8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81" b="1">
                <a:solidFill>
                  <a:srgbClr val="263242"/>
                </a:solidFill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670</Words>
  <Application>Microsoft Office PowerPoint</Application>
  <PresentationFormat>Widescreen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venkata sai soukhya katakamsetty</dc:creator>
  <cp:keywords/>
  <dc:description>generated using python-pptx</dc:description>
  <cp:lastModifiedBy>Shravya reddy malkapuram</cp:lastModifiedBy>
  <cp:revision>3</cp:revision>
  <dcterms:created xsi:type="dcterms:W3CDTF">2013-01-27T09:14:16Z</dcterms:created>
  <dcterms:modified xsi:type="dcterms:W3CDTF">2026-09-01T03:22:51Z</dcterms:modified>
  <cp:category/>
</cp:coreProperties>
</file>